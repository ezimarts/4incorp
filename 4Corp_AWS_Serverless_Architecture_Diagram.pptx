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4Corp.com AWS Serverless Reference Architecture</a:t>
            </a:r>
          </a:p>
        </p:txBody>
      </p:sp>
      <p:pic>
        <p:nvPicPr>
          <p:cNvPr id="3" name="Picture 2" descr="a_wide_infographic_architectural_diagram_on_a_wh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567" y="548640"/>
            <a:ext cx="9052560" cy="6035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